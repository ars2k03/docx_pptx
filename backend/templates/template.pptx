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446" r:id="rId2"/>
    <p:sldId id="450" r:id="rId3"/>
    <p:sldId id="449" r:id="rId4"/>
  </p:sldIdLst>
  <p:sldSz cx="45720000" cy="25717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09" roundtripDataSignature="AMtx7mj2hCvqgDTJcu4KpU2O4wM0k4IA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FA4"/>
    <a:srgbClr val="460000"/>
    <a:srgbClr val="8E1010"/>
    <a:srgbClr val="780E0E"/>
    <a:srgbClr val="BB1515"/>
    <a:srgbClr val="FFA301"/>
    <a:srgbClr val="CF1717"/>
    <a:srgbClr val="9E1212"/>
    <a:srgbClr val="FFE901"/>
    <a:srgbClr val="87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88D0D-AE16-4EFF-91A1-C7773F9986A4}" v="60" dt="2026-05-09T13:15:33.170"/>
    <p1510:client id="{71B6E012-083A-4DB9-A54F-424E24B9B593}" v="18" dt="2026-05-09T13:20:01.304"/>
    <p1510:client id="{9B60ADDB-C08C-4BBD-8348-59BE768EF6B5}" v="7" dt="2026-05-09T15:42:52.137"/>
    <p1510:client id="{BD846BF7-4AC6-47E7-8E47-1B47FC275FBC}" v="51" dt="2026-05-09T12:58:53.253"/>
    <p1510:client id="{E23F03B8-5FCB-4852-912D-98CA08CC41E5}" v="50" dt="2026-05-09T16:54:22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09" Type="http://customschemas.google.com/relationships/presentationmetadata" Target="metadata"/><Relationship Id="rId3" Type="http://schemas.openxmlformats.org/officeDocument/2006/relationships/slide" Target="slides/slide2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0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14" Type="http://schemas.microsoft.com/office/2015/10/relationships/revisionInfo" Target="revisionInfo.xml"/><Relationship Id="rId4" Type="http://schemas.openxmlformats.org/officeDocument/2006/relationships/slide" Target="slides/slide3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">
  <p:cSld name="Topic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577847-E04F-4EFE-B0D1-310DAC0800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09"/>
            <a:ext cx="45720000" cy="260563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5E7EB5-3F55-4B82-A4F6-AA87E81048F7}"/>
              </a:ext>
            </a:extLst>
          </p:cNvPr>
          <p:cNvSpPr/>
          <p:nvPr/>
        </p:nvSpPr>
        <p:spPr>
          <a:xfrm>
            <a:off x="2892670" y="5057939"/>
            <a:ext cx="39934661" cy="3914940"/>
          </a:xfrm>
          <a:prstGeom prst="roundRect">
            <a:avLst>
              <a:gd name="adj" fmla="val 28316"/>
            </a:avLst>
          </a:prstGeom>
          <a:noFill/>
          <a:ln w="79375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r>
              <a:rPr lang="en-US" sz="7200" b="1">
                <a:solidFill>
                  <a:srgbClr val="FFFFFF"/>
                </a:solidFill>
                <a:latin typeface="Arial"/>
              </a:rPr>
              <a:t>                    </a:t>
            </a:r>
            <a:r>
              <a:rPr sz="9600" b="1">
                <a:solidFill>
                  <a:srgbClr val="FFFFFF"/>
                </a:solidFill>
                <a:latin typeface="Arial"/>
              </a:rPr>
              <a:t>{{QUESTION}} [{{QUESTION_SOURCE}}]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858EE3-4DE9-4308-A75E-ADE0E33F92A3}"/>
              </a:ext>
            </a:extLst>
          </p:cNvPr>
          <p:cNvSpPr/>
          <p:nvPr/>
        </p:nvSpPr>
        <p:spPr>
          <a:xfrm>
            <a:off x="27883931" y="10796096"/>
            <a:ext cx="14955958" cy="2078126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{{OPTION_A}}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74D34D-BCF9-4615-B715-99D36CCC8F06}"/>
              </a:ext>
            </a:extLst>
          </p:cNvPr>
          <p:cNvSpPr/>
          <p:nvPr/>
        </p:nvSpPr>
        <p:spPr>
          <a:xfrm>
            <a:off x="27883928" y="10796096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398EBA-DC64-44B8-A1F2-9510ED57E4F6}"/>
              </a:ext>
            </a:extLst>
          </p:cNvPr>
          <p:cNvSpPr/>
          <p:nvPr/>
        </p:nvSpPr>
        <p:spPr>
          <a:xfrm>
            <a:off x="27883931" y="13612850"/>
            <a:ext cx="14955958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{{OPTION_B}}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1F09E8-9D0E-47C6-A6F6-2C76CA301F88}"/>
              </a:ext>
            </a:extLst>
          </p:cNvPr>
          <p:cNvSpPr/>
          <p:nvPr/>
        </p:nvSpPr>
        <p:spPr>
          <a:xfrm>
            <a:off x="27883928" y="13612850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B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894575-E447-4A1E-97EB-E81109BC731D}"/>
              </a:ext>
            </a:extLst>
          </p:cNvPr>
          <p:cNvSpPr/>
          <p:nvPr/>
        </p:nvSpPr>
        <p:spPr>
          <a:xfrm>
            <a:off x="27883931" y="16429604"/>
            <a:ext cx="14923730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{{OPTION_C}}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312C56-1E29-46A5-A569-839E2466B1FC}"/>
              </a:ext>
            </a:extLst>
          </p:cNvPr>
          <p:cNvSpPr/>
          <p:nvPr/>
        </p:nvSpPr>
        <p:spPr>
          <a:xfrm>
            <a:off x="27883928" y="16429604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25521D5-9B1C-4DE6-9C1E-74011B4B2AC9}"/>
              </a:ext>
            </a:extLst>
          </p:cNvPr>
          <p:cNvSpPr/>
          <p:nvPr/>
        </p:nvSpPr>
        <p:spPr>
          <a:xfrm>
            <a:off x="27883931" y="19246358"/>
            <a:ext cx="14922675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{{OPTION_D}}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D3CAD7-2C09-4362-8059-87FB55B99165}"/>
              </a:ext>
            </a:extLst>
          </p:cNvPr>
          <p:cNvSpPr/>
          <p:nvPr/>
        </p:nvSpPr>
        <p:spPr>
          <a:xfrm>
            <a:off x="27883928" y="19246358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D</a:t>
            </a:r>
          </a:p>
        </p:txBody>
      </p:sp>
      <p:sp>
        <p:nvSpPr>
          <p:cNvPr id="3" name="Rectangle: Rounded Corners 34">
            <a:extLst>
              <a:ext uri="{FF2B5EF4-FFF2-40B4-BE49-F238E27FC236}">
                <a16:creationId xmlns:a16="http://schemas.microsoft.com/office/drawing/2014/main" id="{225521D5-9B1C-4DE6-9C1E-74011B4B2AC9}"/>
              </a:ext>
            </a:extLst>
          </p:cNvPr>
          <p:cNvSpPr/>
          <p:nvPr/>
        </p:nvSpPr>
        <p:spPr>
          <a:xfrm>
            <a:off x="27883931" y="22063112"/>
            <a:ext cx="14922675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120900" algn="ctr"/>
            <a:r>
              <a:rPr lang="en-US" sz="8800">
                <a:latin typeface="Li Ador Noirrit SemiBold"/>
                <a:cs typeface="Li Ador Noirrit SemiBold" pitchFamily="2" charset="0"/>
              </a:rPr>
              <a:t>{{OPTION_E}}</a:t>
            </a:r>
            <a:endParaRPr lang="en-US" sz="8800">
              <a:latin typeface="Li Ador Noirrit SemiBold" pitchFamily="2" charset="0"/>
              <a:cs typeface="Li Ador Noirrit SemiBold" pitchFamily="2" charset="0"/>
            </a:endParaRPr>
          </a:p>
        </p:txBody>
      </p:sp>
      <p:sp>
        <p:nvSpPr>
          <p:cNvPr id="4" name="Rectangle: Rounded Corners 35">
            <a:extLst>
              <a:ext uri="{FF2B5EF4-FFF2-40B4-BE49-F238E27FC236}">
                <a16:creationId xmlns:a16="http://schemas.microsoft.com/office/drawing/2014/main" id="{B2D3CAD7-2C09-4362-8059-87FB55B99165}"/>
              </a:ext>
            </a:extLst>
          </p:cNvPr>
          <p:cNvSpPr/>
          <p:nvPr/>
        </p:nvSpPr>
        <p:spPr>
          <a:xfrm>
            <a:off x="27883928" y="22063112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48413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7C505-71BB-A207-CF76-2C131094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14611E-D841-DFC9-F1E1-F977AF57FA45}"/>
              </a:ext>
            </a:extLst>
          </p:cNvPr>
          <p:cNvSpPr/>
          <p:nvPr/>
        </p:nvSpPr>
        <p:spPr>
          <a:xfrm>
            <a:off x="2892670" y="5057939"/>
            <a:ext cx="39934661" cy="3914940"/>
          </a:xfrm>
          <a:prstGeom prst="roundRect">
            <a:avLst>
              <a:gd name="adj" fmla="val 28316"/>
            </a:avLst>
          </a:prstGeom>
          <a:noFill/>
          <a:ln w="79375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r>
              <a:rPr lang="en-US" sz="7200" b="1">
                <a:solidFill>
                  <a:srgbClr val="FFFFFF"/>
                </a:solidFill>
                <a:latin typeface="Arial"/>
              </a:rPr>
              <a:t>                    </a:t>
            </a:r>
            <a:r>
              <a:rPr sz="9600" b="1">
                <a:solidFill>
                  <a:srgbClr val="FFFFFF"/>
                </a:solidFill>
                <a:latin typeface="Arial"/>
              </a:rPr>
              <a:t>{{QUESTION}} [{{QUESTION_SOURCE}}]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C8C2CB-CBE2-F8FF-7807-4D3E0813282E}"/>
              </a:ext>
            </a:extLst>
          </p:cNvPr>
          <p:cNvSpPr/>
          <p:nvPr/>
        </p:nvSpPr>
        <p:spPr>
          <a:xfrm>
            <a:off x="27883931" y="10796096"/>
            <a:ext cx="14955958" cy="2078126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{{OPTION_A}}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66ED62-C6A0-C0E5-EB30-660CAA42FDD2}"/>
              </a:ext>
            </a:extLst>
          </p:cNvPr>
          <p:cNvSpPr/>
          <p:nvPr/>
        </p:nvSpPr>
        <p:spPr>
          <a:xfrm>
            <a:off x="27883928" y="10796096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CA9FC1-5EC6-C8B9-57AE-5E62C3A7AC28}"/>
              </a:ext>
            </a:extLst>
          </p:cNvPr>
          <p:cNvSpPr/>
          <p:nvPr/>
        </p:nvSpPr>
        <p:spPr>
          <a:xfrm>
            <a:off x="27883931" y="13612850"/>
            <a:ext cx="14955958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{{OPTION_B}}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172C53-8B29-3E1E-E5D0-04F5BA4D9B8D}"/>
              </a:ext>
            </a:extLst>
          </p:cNvPr>
          <p:cNvSpPr/>
          <p:nvPr/>
        </p:nvSpPr>
        <p:spPr>
          <a:xfrm>
            <a:off x="27883928" y="13612850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B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2046B0-9CFB-5312-0580-68674348DC90}"/>
              </a:ext>
            </a:extLst>
          </p:cNvPr>
          <p:cNvSpPr/>
          <p:nvPr/>
        </p:nvSpPr>
        <p:spPr>
          <a:xfrm>
            <a:off x="27883931" y="16429604"/>
            <a:ext cx="14923730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{{OPTION_C}}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5E191A8-DE39-9F30-CD42-B08F32F69E4D}"/>
              </a:ext>
            </a:extLst>
          </p:cNvPr>
          <p:cNvSpPr/>
          <p:nvPr/>
        </p:nvSpPr>
        <p:spPr>
          <a:xfrm>
            <a:off x="27883928" y="16429604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359D058-7969-70E1-B17F-E4FB5A039E3B}"/>
              </a:ext>
            </a:extLst>
          </p:cNvPr>
          <p:cNvSpPr/>
          <p:nvPr/>
        </p:nvSpPr>
        <p:spPr>
          <a:xfrm>
            <a:off x="27883931" y="19246358"/>
            <a:ext cx="14922675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{{OPTION_D}}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A5A0FD8-4E88-8EAA-F81A-3E3CBC79F131}"/>
              </a:ext>
            </a:extLst>
          </p:cNvPr>
          <p:cNvSpPr/>
          <p:nvPr/>
        </p:nvSpPr>
        <p:spPr>
          <a:xfrm>
            <a:off x="27883928" y="19246358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D</a:t>
            </a:r>
          </a:p>
        </p:txBody>
      </p:sp>
      <p:sp>
        <p:nvSpPr>
          <p:cNvPr id="3" name="Rectangle: Rounded Corners 34">
            <a:extLst>
              <a:ext uri="{FF2B5EF4-FFF2-40B4-BE49-F238E27FC236}">
                <a16:creationId xmlns:a16="http://schemas.microsoft.com/office/drawing/2014/main" id="{EB1C7055-C10C-9134-165F-BB7E1BE8074D}"/>
              </a:ext>
            </a:extLst>
          </p:cNvPr>
          <p:cNvSpPr/>
          <p:nvPr/>
        </p:nvSpPr>
        <p:spPr>
          <a:xfrm>
            <a:off x="27883931" y="22063112"/>
            <a:ext cx="14922675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120900" algn="ctr"/>
            <a:r>
              <a:rPr lang="en-US" sz="8800">
                <a:latin typeface="Li Ador Noirrit SemiBold"/>
                <a:cs typeface="Li Ador Noirrit SemiBold" pitchFamily="2" charset="0"/>
              </a:rPr>
              <a:t>{{OPTION_E}}</a:t>
            </a:r>
            <a:endParaRPr lang="en-US" sz="8800">
              <a:latin typeface="Li Ador Noirrit SemiBold" pitchFamily="2" charset="0"/>
              <a:cs typeface="Li Ador Noirrit SemiBold" pitchFamily="2" charset="0"/>
            </a:endParaRPr>
          </a:p>
        </p:txBody>
      </p:sp>
      <p:sp>
        <p:nvSpPr>
          <p:cNvPr id="4" name="Rectangle: Rounded Corners 35">
            <a:extLst>
              <a:ext uri="{FF2B5EF4-FFF2-40B4-BE49-F238E27FC236}">
                <a16:creationId xmlns:a16="http://schemas.microsoft.com/office/drawing/2014/main" id="{256E465B-18BF-DA4B-A2C9-31DC04A37381}"/>
              </a:ext>
            </a:extLst>
          </p:cNvPr>
          <p:cNvSpPr/>
          <p:nvPr/>
        </p:nvSpPr>
        <p:spPr>
          <a:xfrm>
            <a:off x="27883928" y="22063112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 pitchFamily="2" charset="0"/>
                <a:cs typeface="Li Ador Noirrit SemiBold" pitchFamily="2" charset="0"/>
              </a:rPr>
              <a:t>E</a:t>
            </a:r>
          </a:p>
        </p:txBody>
      </p:sp>
      <p:sp>
        <p:nvSpPr>
          <p:cNvPr id="8" name="Rectangle: Rounded Corners 17">
            <a:extLst>
              <a:ext uri="{FF2B5EF4-FFF2-40B4-BE49-F238E27FC236}">
                <a16:creationId xmlns:a16="http://schemas.microsoft.com/office/drawing/2014/main" id="{790BA835-43A4-7CD6-E41A-968D598B8203}"/>
              </a:ext>
            </a:extLst>
          </p:cNvPr>
          <p:cNvSpPr/>
          <p:nvPr/>
        </p:nvSpPr>
        <p:spPr>
          <a:xfrm>
            <a:off x="8894079" y="14499999"/>
            <a:ext cx="12120690" cy="1930956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120900" algn="ctr"/>
            <a:r>
              <a:rPr lang="en-US" sz="8800">
                <a:latin typeface="Li Ador Noirrit SemiBold"/>
                <a:cs typeface="Li Ador Noirrit SemiBold" pitchFamily="2" charset="0"/>
              </a:rPr>
              <a:t>{{ANSWER_TEXT}}</a:t>
            </a:r>
            <a:endParaRPr lang="en-US"/>
          </a:p>
        </p:txBody>
      </p:sp>
      <p:sp>
        <p:nvSpPr>
          <p:cNvPr id="14" name="Rectangle: Rounded Corners 18">
            <a:extLst>
              <a:ext uri="{FF2B5EF4-FFF2-40B4-BE49-F238E27FC236}">
                <a16:creationId xmlns:a16="http://schemas.microsoft.com/office/drawing/2014/main" id="{4CC7DC0A-B68A-8201-0A79-35C8E3E58BF5}"/>
              </a:ext>
            </a:extLst>
          </p:cNvPr>
          <p:cNvSpPr/>
          <p:nvPr/>
        </p:nvSpPr>
        <p:spPr>
          <a:xfrm>
            <a:off x="6406480" y="14500000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accent3">
              <a:lumMod val="60000"/>
              <a:lumOff val="40000"/>
            </a:schemeClr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</a:rPr>
              <a:t>{{ANSWER_KEY}}</a:t>
            </a:r>
          </a:p>
        </p:txBody>
      </p:sp>
    </p:spTree>
    <p:extLst>
      <p:ext uri="{BB962C8B-B14F-4D97-AF65-F5344CB8AC3E}">
        <p14:creationId xmlns:p14="http://schemas.microsoft.com/office/powerpoint/2010/main" val="221227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5E7EB5-3F55-4B82-A4F6-AA87E81048F7}"/>
              </a:ext>
            </a:extLst>
          </p:cNvPr>
          <p:cNvSpPr/>
          <p:nvPr/>
        </p:nvSpPr>
        <p:spPr>
          <a:xfrm>
            <a:off x="2892670" y="5057939"/>
            <a:ext cx="39934661" cy="3914940"/>
          </a:xfrm>
          <a:prstGeom prst="roundRect">
            <a:avLst>
              <a:gd name="adj" fmla="val 28316"/>
            </a:avLst>
          </a:prstGeom>
          <a:noFill/>
          <a:ln w="79375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r>
              <a:rPr lang="en-US" sz="7200" b="1">
                <a:solidFill>
                  <a:srgbClr val="FFFFFF"/>
                </a:solidFill>
                <a:latin typeface="Arial"/>
              </a:rPr>
              <a:t>           </a:t>
            </a:r>
            <a:r>
              <a:rPr lang="en-US" sz="9600" b="1">
                <a:solidFill>
                  <a:srgbClr val="FFFFFF"/>
                </a:solidFill>
                <a:latin typeface="Arial"/>
              </a:rPr>
              <a:t>       </a:t>
            </a:r>
            <a:r>
              <a:rPr sz="9600" b="1">
                <a:solidFill>
                  <a:srgbClr val="FFFFFF"/>
                </a:solidFill>
                <a:latin typeface="Arial"/>
              </a:rPr>
              <a:t>{{QUESTION}} [{{QUESTION_SOURCE}}]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858EE3-4DE9-4308-A75E-ADE0E33F92A3}"/>
              </a:ext>
            </a:extLst>
          </p:cNvPr>
          <p:cNvSpPr/>
          <p:nvPr/>
        </p:nvSpPr>
        <p:spPr>
          <a:xfrm>
            <a:off x="30986359" y="10796096"/>
            <a:ext cx="11445316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{{OPTION_A}}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74D34D-BCF9-4615-B715-99D36CCC8F06}"/>
              </a:ext>
            </a:extLst>
          </p:cNvPr>
          <p:cNvSpPr/>
          <p:nvPr/>
        </p:nvSpPr>
        <p:spPr>
          <a:xfrm>
            <a:off x="30986357" y="10796096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</a:rPr>
              <a:t>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398EBA-DC64-44B8-A1F2-9510ED57E4F6}"/>
              </a:ext>
            </a:extLst>
          </p:cNvPr>
          <p:cNvSpPr/>
          <p:nvPr/>
        </p:nvSpPr>
        <p:spPr>
          <a:xfrm>
            <a:off x="30986359" y="13612850"/>
            <a:ext cx="11445316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{{OPTION_B}}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1F09E8-9D0E-47C6-A6F6-2C76CA301F88}"/>
              </a:ext>
            </a:extLst>
          </p:cNvPr>
          <p:cNvSpPr/>
          <p:nvPr/>
        </p:nvSpPr>
        <p:spPr>
          <a:xfrm>
            <a:off x="30986357" y="13612850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</a:rPr>
              <a:t>B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894575-E447-4A1E-97EB-E81109BC731D}"/>
              </a:ext>
            </a:extLst>
          </p:cNvPr>
          <p:cNvSpPr/>
          <p:nvPr/>
        </p:nvSpPr>
        <p:spPr>
          <a:xfrm>
            <a:off x="30986359" y="16429604"/>
            <a:ext cx="11445316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{{OPTION_C}}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312C56-1E29-46A5-A569-839E2466B1FC}"/>
              </a:ext>
            </a:extLst>
          </p:cNvPr>
          <p:cNvSpPr/>
          <p:nvPr/>
        </p:nvSpPr>
        <p:spPr>
          <a:xfrm>
            <a:off x="30986357" y="16429604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</a:rPr>
              <a:t> C</a:t>
            </a:r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25521D5-9B1C-4DE6-9C1E-74011B4B2AC9}"/>
              </a:ext>
            </a:extLst>
          </p:cNvPr>
          <p:cNvSpPr/>
          <p:nvPr/>
        </p:nvSpPr>
        <p:spPr>
          <a:xfrm>
            <a:off x="30986359" y="19246358"/>
            <a:ext cx="11779426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{{OPTION_D}}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D3CAD7-2C09-4362-8059-87FB55B99165}"/>
              </a:ext>
            </a:extLst>
          </p:cNvPr>
          <p:cNvSpPr/>
          <p:nvPr/>
        </p:nvSpPr>
        <p:spPr>
          <a:xfrm>
            <a:off x="30986357" y="19246358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  <a:cs typeface="Li Ador Noirrit SemiBold" pitchFamily="2" charset="0"/>
              </a:rPr>
              <a:t>D</a:t>
            </a:r>
          </a:p>
        </p:txBody>
      </p:sp>
      <p:sp>
        <p:nvSpPr>
          <p:cNvPr id="3" name="Rectangle: Rounded Corners 34">
            <a:extLst>
              <a:ext uri="{FF2B5EF4-FFF2-40B4-BE49-F238E27FC236}">
                <a16:creationId xmlns:a16="http://schemas.microsoft.com/office/drawing/2014/main" id="{225521D5-9B1C-4DE6-9C1E-74011B4B2AC9}"/>
              </a:ext>
            </a:extLst>
          </p:cNvPr>
          <p:cNvSpPr/>
          <p:nvPr/>
        </p:nvSpPr>
        <p:spPr>
          <a:xfrm>
            <a:off x="30986359" y="22063112"/>
            <a:ext cx="11779426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{{OPTION_E}}</a:t>
            </a:r>
          </a:p>
        </p:txBody>
      </p:sp>
      <p:sp>
        <p:nvSpPr>
          <p:cNvPr id="4" name="Rectangle: Rounded Corners 35">
            <a:extLst>
              <a:ext uri="{FF2B5EF4-FFF2-40B4-BE49-F238E27FC236}">
                <a16:creationId xmlns:a16="http://schemas.microsoft.com/office/drawing/2014/main" id="{B2D3CAD7-2C09-4362-8059-87FB55B99165}"/>
              </a:ext>
            </a:extLst>
          </p:cNvPr>
          <p:cNvSpPr/>
          <p:nvPr/>
        </p:nvSpPr>
        <p:spPr>
          <a:xfrm>
            <a:off x="30986357" y="22063112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bg1"/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  <a:cs typeface="Li Ador Noirrit SemiBold" pitchFamily="2" charset="0"/>
              </a:rPr>
              <a:t>E</a:t>
            </a:r>
          </a:p>
        </p:txBody>
      </p:sp>
      <p:sp>
        <p:nvSpPr>
          <p:cNvPr id="5" name="Rectangle: Rounded Corners 18">
            <a:extLst>
              <a:ext uri="{FF2B5EF4-FFF2-40B4-BE49-F238E27FC236}">
                <a16:creationId xmlns:a16="http://schemas.microsoft.com/office/drawing/2014/main" id="{B71F09E8-9D0E-47C6-A6F6-2C76CA301F88}"/>
              </a:ext>
            </a:extLst>
          </p:cNvPr>
          <p:cNvSpPr/>
          <p:nvPr/>
        </p:nvSpPr>
        <p:spPr>
          <a:xfrm>
            <a:off x="8700000" y="14500000"/>
            <a:ext cx="2140927" cy="2118947"/>
          </a:xfrm>
          <a:prstGeom prst="roundRect">
            <a:avLst>
              <a:gd name="adj" fmla="val 28894"/>
            </a:avLst>
          </a:prstGeom>
          <a:solidFill>
            <a:schemeClr val="accent3">
              <a:lumMod val="60000"/>
              <a:lumOff val="40000"/>
            </a:schemeClr>
          </a:solidFill>
          <a:ln w="1143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800">
                <a:solidFill>
                  <a:srgbClr val="8E1010"/>
                </a:solidFill>
                <a:latin typeface="Li Ador Noirrit SemiBold"/>
              </a:rPr>
              <a:t>{{ANSWER_KEY}}</a:t>
            </a:r>
          </a:p>
        </p:txBody>
      </p:sp>
      <p:sp>
        <p:nvSpPr>
          <p:cNvPr id="8" name="Rectangle: Rounded Corners 17">
            <a:extLst>
              <a:ext uri="{FF2B5EF4-FFF2-40B4-BE49-F238E27FC236}">
                <a16:creationId xmlns:a16="http://schemas.microsoft.com/office/drawing/2014/main" id="{B4398EBA-DC64-44B8-A1F2-9510ED57E4F6}"/>
              </a:ext>
            </a:extLst>
          </p:cNvPr>
          <p:cNvSpPr/>
          <p:nvPr/>
        </p:nvSpPr>
        <p:spPr>
          <a:xfrm>
            <a:off x="11150000" y="14500000"/>
            <a:ext cx="9000000" cy="2118947"/>
          </a:xfrm>
          <a:prstGeom prst="roundRect">
            <a:avLst>
              <a:gd name="adj" fmla="val 28175"/>
            </a:avLst>
          </a:prstGeom>
          <a:solidFill>
            <a:srgbClr val="460000"/>
          </a:solidFill>
          <a:ln w="63500">
            <a:solidFill>
              <a:srgbClr val="E09F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0900" algn="ctr"/>
            <a:r>
              <a:rPr lang="en-US" sz="8800">
                <a:latin typeface="Li Ador Noirrit SemiBold" pitchFamily="2" charset="0"/>
                <a:cs typeface="Li Ador Noirrit SemiBold" pitchFamily="2" charset="0"/>
              </a:rPr>
              <a:t>{{ANSWER_TEXT}}</a:t>
            </a:r>
          </a:p>
        </p:txBody>
      </p:sp>
    </p:spTree>
    <p:extLst>
      <p:ext uri="{BB962C8B-B14F-4D97-AF65-F5344CB8AC3E}">
        <p14:creationId xmlns:p14="http://schemas.microsoft.com/office/powerpoint/2010/main" val="3667719174"/>
      </p:ext>
    </p:extLst>
  </p:cSld>
  <p:clrMapOvr>
    <a:masterClrMapping/>
  </p:clrMapOvr>
</p:sld>
</file>

<file path=ppt/theme/theme1.xml><?xml version="1.0" encoding="utf-8"?>
<a:theme xmlns:a="http://schemas.openxmlformats.org/drawingml/2006/main" name="Topic Slides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Topic Slides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ACS Future School</dc:creator>
  <cp:revision>57</cp:revision>
  <dcterms:created xsi:type="dcterms:W3CDTF">2025-04-22T04:48:27Z</dcterms:created>
  <dcterms:modified xsi:type="dcterms:W3CDTF">2026-05-09T16:54:32Z</dcterms:modified>
</cp:coreProperties>
</file>